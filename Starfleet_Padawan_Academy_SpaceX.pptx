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leb\starfleet-padawan-academy\images\log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27432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108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STARFLEET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PADAWAN ACADEMY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SPACEX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purpose of SpaceX is that we want to make Star Trek real.</a:t>
            </a:r>
            <a:endParaRPr lang="en-US" sz="2800" dirty="0"/>
          </a:p>
          <a:p>
            <a:pPr algn="l" indent="0" marL="0">
              <a:buNone/>
            </a:pPr>
            <a:r>
              <a:rPr lang="en-US" sz="28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want to make Starfleet Academy real, so that it's not always science fiction."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Elon Musk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 realized. The ships are coming. The people who will fly them must be forged now.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SYNTHESIS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worlds. One destiny.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E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7830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STARFLEET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3063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Exploration. Command. Science. The Prime Directive. Boldly going where the math says we can — and the heart says we must.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5544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E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78308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900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PADAWAN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29000" y="3063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Apprenticeship. Precision. Resilience. The Living Force. Inner discipline that survives when the hull breaches and comms go dark.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55448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1E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78308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263640" y="3063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principles. Rapid iteration. Hardware reality. Starship-scale ambition. Making life multi-planetary in our lifetime.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leb\starfleet-padawan-academy\images\campu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B1120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CAMPUS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Starbase, Texas — Where the temple meets the launch pad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Years Core + Padawan Apprenticeship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371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Awakening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pillars foundation. The Forge. First 72-hour Lost Ship sim.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73152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848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208483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208483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Specialization tracks. Real mission contributions. Cross-training.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73152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9806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79806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2798064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teams. Multi-week habitat mission. Select Master for apprenticeship.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73152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1129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351129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06240" y="3511296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project. Public defense before mixed Council board.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73152" cy="594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2452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PADAWAN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03120" y="42245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Apprenticeship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422452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years embedded. Starship crew, Starbase ops, forward missions. Knighting.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leb\starfleet-padawan-academy\images\train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B1120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FORGE + THE PATH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engineering meets lightsaber discipline — on the actual launch pad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leb\starfleet-padawan-academy\images\mento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MASTER &amp; THE PADAWAN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365760" y="8229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Apprenticeship is the soul of the Academy.</a:t>
            </a:r>
            <a:endParaRPr lang="en-US" sz="2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691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cadet is paired with a living Master during apprenticeship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42316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2377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Masters are active operators: chief engineers, flight directors, Starship captains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0896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2960" y="3063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 is lifelong — the chain of knowledge and character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79476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2960" y="3749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Graduation is not a degree. It is a knighting.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leb\starfleet-padawan-academy\images\graduat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B1120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GRADUATES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Ensign-Knights ready to crew the fleet that makes the future real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aleb\starfleet-padawan-academy\images\asce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0B1120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 ASCENT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ships will come. The question is whether we will be ready — in mind, hand, and spirit.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ACADEMY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more than a concept. It is the logical next step in making Star Trek real.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97280" y="32004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Recruit the first cohort of Padawans who have already built something real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3584448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Stand up the Forge at Starbase alongside existing training infrastructure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396849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Identify the first Masters willing to take on apprentices for the long voyage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4352544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Begin the conversation that turns vision into policy, budget, and flight manifest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the Force be with the boosters — and the people who fly them.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Starfleet Padawan Academy at SpaceX</dc:title>
  <dc:subject>Vision Pitch Deck</dc:subject>
  <dc:creator>Starfleet Padawan Academy Concept</dc:creator>
  <cp:lastModifiedBy>Starfleet Padawan Academy Concept</cp:lastModifiedBy>
  <cp:revision>1</cp:revision>
  <dcterms:created xsi:type="dcterms:W3CDTF">2026-06-16T14:37:04Z</dcterms:created>
  <dcterms:modified xsi:type="dcterms:W3CDTF">2026-06-16T14:37:04Z</dcterms:modified>
</cp:coreProperties>
</file>